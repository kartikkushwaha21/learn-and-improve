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5" r:id="rId5"/>
    <p:sldId id="271" r:id="rId6"/>
    <p:sldId id="269" r:id="rId7"/>
    <p:sldId id="260" r:id="rId8"/>
    <p:sldId id="261" r:id="rId9"/>
    <p:sldId id="270" r:id="rId10"/>
    <p:sldId id="267" r:id="rId11"/>
    <p:sldId id="268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7" d="100"/>
          <a:sy n="77" d="100"/>
        </p:scale>
        <p:origin x="86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54294-5B2A-4CCC-A0E1-3A01D0E84179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FC4E5C-601A-4298-B732-36E00B767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24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A15BF-2BD3-91A9-1FB8-DEBF3BAAA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BBD6B9-7E35-8956-7FBA-FC78145D7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68347-72BB-6087-2EBB-B5B79A0A3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A9567-9DF4-32F9-9051-649AAB3DC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C4E5C-601A-4298-B732-36E00B76782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197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9BE83-9F84-F30F-A248-290AE4BF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4E56CE-AE39-EC4E-8CF4-F0EE56B2C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AD026-247C-96FA-5F47-FC24B884D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22D19-D40B-C102-AD79-4D4054B54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C4E5C-601A-4298-B732-36E00B76782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38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2E420-B807-CA6D-C3A3-9203F2B8E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F6EB1-B278-9C2C-3104-21A668F32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5B6D5-B526-0A2C-3C65-63A54AFFA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1C60F-8931-CBC8-B6B6-40AC10C3E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C4E5C-601A-4298-B732-36E00B76782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002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A51A5-10A8-6DD6-645F-E6F915789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E898D-C235-2645-3494-197B5FEB3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8D719-5E6C-80A8-93FD-A86B029ED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5FA-053D-4772-820D-B2F26261C23E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0133D-9646-2F66-8289-BF4AFA354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18EE2-A7E7-17C0-32DE-B49E38747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B8991-025C-4AF2-A4DD-EF4EFF8E8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437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A949-CDEC-A962-620E-E0C6BF928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5D97C-E2B2-C538-A858-BD402C7E2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B0018-4182-EC12-68D6-AB68AEE45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5FA-053D-4772-820D-B2F26261C23E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A62F2-484E-C64E-4D60-1B0CBDE98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DD483-39E2-C544-BBDB-FF8F504D5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B8991-025C-4AF2-A4DD-EF4EFF8E8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766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33105-8A6A-B0AA-42DE-50F2A431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F1801-041B-81BA-D7C6-9EFA75CD6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C5519-7BAF-BA8D-30FC-DC9D3F66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5FA-053D-4772-820D-B2F26261C23E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C2792-30C9-3ADD-07F2-475A3384A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81D19-AC6F-8A0B-6F3D-69192640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B8991-025C-4AF2-A4DD-EF4EFF8E8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255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50B62-69B5-F0D6-8A55-647021A7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8229C-98C5-2A33-73E6-7641A6667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73107-3C99-ED5D-D63C-008ADE042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12AE3-3945-2482-B5DB-9BAB0A9AB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5FA-053D-4772-820D-B2F26261C23E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DF04A-24DA-BEE8-3073-24C293775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0BCA3-6D50-6E07-328A-1037C7139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B8991-025C-4AF2-A4DD-EF4EFF8E8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792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E98D5-4C13-FB0B-6D4E-6847D288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33B6D-D8C6-AAB6-2364-EBBD094BC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26D83-77DB-24F7-E3B8-FBA58AC69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315F6-11AA-9F22-ED46-486598CDE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D34D30-A0C1-A2E8-79A4-574A8C75F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30408E-18BF-69CA-9FB6-717F8756C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5FA-053D-4772-820D-B2F26261C23E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9FEBAF-5F58-B362-609A-BA7C96C8C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67BFEB-B0C5-957C-47B5-D29D572B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B8991-025C-4AF2-A4DD-EF4EFF8E8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737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A6F1-3D62-032A-E729-797F2361C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49A02-CD64-F513-F905-842B9893E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5FA-053D-4772-820D-B2F26261C23E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29ADD8-83FB-E533-0FE7-5FAB1F4D4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FB742-B295-ADFB-8E03-1B094F8FE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B8991-025C-4AF2-A4DD-EF4EFF8E8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743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619068-F96F-194F-055F-4AB0D4BEC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5FA-053D-4772-820D-B2F26261C23E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70A849-A4DA-3442-B1D7-6F9CE2A0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07E15-3840-A3BD-D086-C2DD63C5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B8991-025C-4AF2-A4DD-EF4EFF8E8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813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E010-0CE0-CEC1-4C47-24E319873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86F45-753A-EE32-3C36-D3156F08E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8A22C-4945-58C3-43ED-112A784E9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33757-B281-08D7-6F1D-DB90B491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5FA-053D-4772-820D-B2F26261C23E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C28CA-0E6F-346C-0231-4F43B20F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629D5-5EB2-CE19-4DF2-4FCD9933A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B8991-025C-4AF2-A4DD-EF4EFF8E8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73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FEA43-F3F0-7C93-B21A-F90034A4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C2E1D3-09E9-7459-8F65-9F02124B6E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A07E0-83D3-3AF3-6F14-2BDC982F3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76F77-8D52-4420-14AF-C0A8220E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5FA-053D-4772-820D-B2F26261C23E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BD94-1993-DB3E-E938-057570106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29B5A-9ADF-65F4-F0EB-19F9083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B8991-025C-4AF2-A4DD-EF4EFF8E8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9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A1107-6F38-F793-621C-0AB78964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0C7E4-B683-9DF6-D0C5-FF9ACD0C9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BB997-FD4E-19E9-25E3-79FD03A0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5FA-053D-4772-820D-B2F26261C23E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971B0-73D2-586E-7D77-5B14E77E7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9234C-EDA8-FB61-91C9-B26054E56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B8991-025C-4AF2-A4DD-EF4EFF8E8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834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77F7E0-71DA-1E6E-EEA8-EBBEBA1E9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87550-E1B8-2E75-1F4B-52EDEE05C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36E85-082D-9986-AF85-9915F5A98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5FA-053D-4772-820D-B2F26261C23E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A5A06-675F-9327-DD21-4544D75F5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BACA8-4EAC-5077-272D-604DFA31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B8991-025C-4AF2-A4DD-EF4EFF8E8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26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E84549-80B3-7C59-1AA7-13CD8C3A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2F69B-A41B-DF02-6BFD-F131E71F1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04D2-4806-B4E9-FADF-E12287630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6F5FA-053D-4772-820D-B2F26261C23E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C9256-7CFB-A87A-F0A1-82C1FBDE0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E0931-F8B1-9A9C-926A-2F6936865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B8991-025C-4AF2-A4DD-EF4EFF8E8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40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9FCA-DD96-08AB-23BA-8BCE46627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12154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+mn-lt"/>
              </a:rPr>
              <a:t>LEARN &amp; IMPROVE Online Learning Platform</a:t>
            </a:r>
            <a:br>
              <a:rPr lang="en-US" sz="2800" b="1" dirty="0"/>
            </a:br>
            <a:r>
              <a:rPr lang="en-US" sz="2800" b="1" dirty="0"/>
              <a:t>Department of Computer Science and Engineering</a:t>
            </a:r>
            <a:endParaRPr lang="en-IN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E17A8-707E-F7D3-EF99-1B14829DD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780" y="3342968"/>
            <a:ext cx="11836866" cy="290683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000" b="1" dirty="0"/>
              <a:t>Submitted by                                                     Project Supervisor</a:t>
            </a:r>
          </a:p>
          <a:p>
            <a:pPr algn="l"/>
            <a:r>
              <a:rPr lang="en-US" sz="1800" dirty="0"/>
              <a:t>Rahul (11722210012)</a:t>
            </a:r>
            <a:r>
              <a:rPr lang="en-US" sz="1800" b="1" dirty="0"/>
              <a:t>Dr.</a:t>
            </a:r>
            <a:r>
              <a:rPr lang="en-IN" sz="2000" b="1" dirty="0"/>
              <a:t>Rakesh Ahuja</a:t>
            </a:r>
          </a:p>
          <a:p>
            <a:pPr algn="l"/>
            <a:r>
              <a:rPr lang="en-US" sz="1800" dirty="0"/>
              <a:t>Anuj Pal (11722210019)                         Department of Computer Science &amp;</a:t>
            </a:r>
          </a:p>
          <a:p>
            <a:pPr algn="l"/>
            <a:r>
              <a:rPr lang="en-US" sz="1800" dirty="0" err="1"/>
              <a:t>Parshant</a:t>
            </a:r>
            <a:r>
              <a:rPr lang="en-US" sz="1800" dirty="0"/>
              <a:t>(11722210013)                                  Engineering</a:t>
            </a:r>
          </a:p>
          <a:p>
            <a:pPr algn="l"/>
            <a:r>
              <a:rPr lang="en-US" sz="2000" b="1" dirty="0"/>
              <a:t>Group No.31</a:t>
            </a:r>
          </a:p>
          <a:p>
            <a:pPr algn="l"/>
            <a:endParaRPr lang="en-US" sz="2000" b="1" dirty="0"/>
          </a:p>
          <a:p>
            <a:pPr algn="l"/>
            <a:endParaRPr lang="en-US" sz="2000" b="1" dirty="0"/>
          </a:p>
          <a:p>
            <a:pPr algn="l"/>
            <a:r>
              <a:rPr lang="en-US" sz="2000" b="1" dirty="0"/>
              <a:t>Academic Year 2025-26</a:t>
            </a:r>
            <a:endParaRPr lang="en-IN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A1E2B-1E4D-5CD7-6A4E-0C5A10CE5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254" y="1754051"/>
            <a:ext cx="6947492" cy="150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41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F8114-1559-E96D-D07C-E0C8D5F2D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110"/>
            <a:ext cx="10403840" cy="57912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u="sng" dirty="0">
                <a:latin typeface="Calisto MT" panose="02040603050505030304" pitchFamily="18" charset="0"/>
              </a:rPr>
              <a:t>Content of Table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9A4DF6-4DD0-BCCF-5509-A6D2FCFFF7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62008"/>
            <a:ext cx="52578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Arial" panose="020B0604020202020204" pitchFamily="34" charset="0"/>
              </a:rPr>
              <a:t>Methodology / Workflow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1.1</a:t>
            </a:r>
            <a:r>
              <a:rPr lang="en-US" sz="1600" dirty="0"/>
              <a:t>Step-by-step working of the platform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1.2</a:t>
            </a:r>
            <a:r>
              <a:rPr lang="en-IN" sz="1600" dirty="0"/>
              <a:t>Flowchart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Arial" panose="020B0604020202020204" pitchFamily="34" charset="0"/>
              </a:rPr>
              <a:t>Technologies Used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2.1</a:t>
            </a:r>
            <a:r>
              <a:rPr lang="en-IN" sz="1600" dirty="0"/>
              <a:t>Programming languages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2.2</a:t>
            </a:r>
            <a:r>
              <a:rPr lang="en-IN" sz="1600" dirty="0"/>
              <a:t>Frameworks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2.3</a:t>
            </a:r>
            <a:r>
              <a:rPr lang="en-IN" sz="1600" dirty="0"/>
              <a:t>Tools &amp; Database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Arial" panose="020B0604020202020204" pitchFamily="34" charset="0"/>
              </a:rPr>
              <a:t>Implementation Details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3.1</a:t>
            </a:r>
            <a:r>
              <a:rPr lang="en-IN" sz="1600" dirty="0"/>
              <a:t>Algorithms used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3.2</a:t>
            </a:r>
            <a:r>
              <a:rPr lang="en-IN" sz="1600" dirty="0"/>
              <a:t>Data processing techniques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altLang="en-US" sz="1600" dirty="0">
                <a:latin typeface="Arial" panose="020B0604020202020204" pitchFamily="34" charset="0"/>
              </a:rPr>
              <a:t>3.3</a:t>
            </a:r>
            <a:r>
              <a:rPr lang="en-US" altLang="en-US" sz="1600" dirty="0">
                <a:latin typeface="Arial" panose="020B0604020202020204" pitchFamily="34" charset="0"/>
              </a:rPr>
              <a:t>Security / optimization techniques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233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421B4-2F17-C2A8-29C9-F3C276DC9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Development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4EFFA-9881-A088-0095-A2EA9D652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432174"/>
            <a:ext cx="11533239" cy="50046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&amp; IMPROVE Online Learning Platform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D43A8647-CAD7-8460-4667-B45A6C05C56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2624415"/>
            <a:ext cx="1039585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review focuses on: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approach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in development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learning workflows and data handling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optimization techniques used in the platform</a:t>
            </a:r>
          </a:p>
        </p:txBody>
      </p:sp>
    </p:spTree>
    <p:extLst>
      <p:ext uri="{BB962C8B-B14F-4D97-AF65-F5344CB8AC3E}">
        <p14:creationId xmlns:p14="http://schemas.microsoft.com/office/powerpoint/2010/main" val="65944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2B476-2936-E304-5C3C-3DD452DE4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18EE-9B15-7B0E-E5D6-176A8E701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9" y="18256"/>
            <a:ext cx="10405844" cy="765516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Methodology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1636D-9E8B-A210-26F8-7898A3105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82" y="783772"/>
            <a:ext cx="11574561" cy="58292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follows a user-centered learning workflow where courses, content, and progress are managed in real time.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Working of the System</a:t>
            </a:r>
          </a:p>
          <a:p>
            <a:pPr marL="0" indent="0">
              <a:buNone/>
            </a:pPr>
            <a:endParaRPr lang="en-US" sz="1900" b="1" dirty="0"/>
          </a:p>
          <a:p>
            <a:pPr marL="0" indent="0">
              <a:buNone/>
            </a:pPr>
            <a:endParaRPr lang="en-US" sz="19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F2084F-A6A3-272F-FEF9-8B284F6AB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19" y="2942719"/>
            <a:ext cx="717157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signs up/logs in to the dashboard.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browses courses and views details.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adds a course to cart and initiates payment.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Razorpay creates a payment order and verifies the transaction.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success, the backend enrolls the student.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Course sections and lectures are fetched from MongoDB.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Cloudinary serves thumbnails and video assets.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Course data is sent to the frontend through REST APIs.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JWT-protected endpoints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role-based access.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updates progress and learning stats.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 and reviews are stored for course feedback.</a:t>
            </a:r>
          </a:p>
        </p:txBody>
      </p:sp>
    </p:spTree>
    <p:extLst>
      <p:ext uri="{BB962C8B-B14F-4D97-AF65-F5344CB8AC3E}">
        <p14:creationId xmlns:p14="http://schemas.microsoft.com/office/powerpoint/2010/main" val="2057522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D5FD5-9C55-C7A8-C5C0-234C2EB2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D1532E8-1C2F-E258-241F-960968BBD42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148545" y="121711"/>
            <a:ext cx="389490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Flow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B2788E-FAAE-A926-66B2-000434418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625" y="920889"/>
            <a:ext cx="671757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user signs up/logs in, browses courses, and selects a course to purchase.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the interface for course catalog, learning, and profile settings.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Backend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backend manages APIs, authentication, and course operations.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 Data 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users, courses, sections, enrollments, and progress data.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Cloudinary Media 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course thumbnails and lecture videos.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Razorpay handles order creation, payment, and verification.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Enrollment &amp; Progress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are enrolled and progress is tracked per lecture.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 &amp; Reviews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submit ratings and feedback for courses.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Emails are sent for OTP, password reset, and enrollment.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Update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fetches updated data via REST APIs.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706577-90DD-13E6-1017-ADCC056EE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35599"/>
            <a:ext cx="4572000" cy="620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51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D0152-1EC5-3EA8-9B37-A900F5B3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99AB-9653-A258-04E2-B59C12DFF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9" y="18256"/>
            <a:ext cx="10405844" cy="765516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1AD45-64A1-9184-61D3-A4B871D8D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82" y="783772"/>
            <a:ext cx="11574561" cy="58292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the following programming languages: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both frontend and backend development.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2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HTML &amp; CSS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building and styling the user interface.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</a:p>
          <a:p>
            <a:pPr marL="457200" indent="-457200">
              <a:buAutoNum type="arabicPeriod" startAt="2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3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API request/response payloads.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languages help build a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online learning platform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AAAF50-2CC6-D3AB-F223-35AE8FCB2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238" y="783771"/>
            <a:ext cx="3459480" cy="582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33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212EE-3118-2612-FF70-3F76CF900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759097"/>
            <a:ext cx="11501120" cy="476472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built using modern development frameworks: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build the interactive dashboard interface.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2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REST APIs in the backend.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3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server-side processing and API handling.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frameworks enable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development and scalable learning workflows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93B317-2A56-D1D3-EC76-D4AB43E8A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960" y="243840"/>
            <a:ext cx="3510280" cy="637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471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6F156C65-9D71-5FC2-A5EB-7D059BC1656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55171" y="657436"/>
            <a:ext cx="1163682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Database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the following tools and platforms: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users, courses, enrollments, and progress data.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2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Cloudinary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media upload and delivery (images/videos).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3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secure payment processing.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4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source code management and collaboration.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tools help create 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maintainable learning system</a:t>
            </a:r>
            <a:r>
              <a:rPr lang="en-US" sz="2000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B8EA18-DD82-B50D-5CC2-75EE10F85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519" y="657435"/>
            <a:ext cx="3554185" cy="620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202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E3150-4F4D-D7C2-BEF4-C66928FF1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EECCE-C0CE-F18F-804F-D178C78A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9" y="18256"/>
            <a:ext cx="10405844" cy="765516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F4105-A5D2-D05B-5ECF-0D8270BF8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82" y="783772"/>
            <a:ext cx="11574561" cy="58292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practical algorithms for authentication and learning analytics.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algorithms include: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Password Hashing (bcrypt)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securely store user passwords.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JWT Authentication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users and protects role-based routes.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Average Rating Calculation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Aggregates ratings for each course.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Progress Percentage</a:t>
            </a: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439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B6EF8-C0A8-82E2-19C5-25F031A76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EFFBEA9-3F32-5239-902C-5DFBD45BFF7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7585" y="735955"/>
            <a:ext cx="11636829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Techniques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learning data using the following techniques: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Content Aggregation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durations are summed for total course time.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2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Mapping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are linked to courses and progress is tracked.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3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Upload Pipeline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Videos and thumbnails are uploaded to Cloudinary.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Data Fetching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fetches catalog, course, and dashboard data.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allow the system to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continuous learning data efficiently</a:t>
            </a:r>
          </a:p>
        </p:txBody>
      </p:sp>
    </p:spTree>
    <p:extLst>
      <p:ext uri="{BB962C8B-B14F-4D97-AF65-F5344CB8AC3E}">
        <p14:creationId xmlns:p14="http://schemas.microsoft.com/office/powerpoint/2010/main" val="184571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D1465-46A9-226D-3AAD-96C0A8C4F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E41A3ABF-10CF-5529-A897-9F32B67CFD8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7585" y="274292"/>
            <a:ext cx="11636829" cy="6309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Optimization Techniques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includes basic security and optimization measures: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Techniques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JWT-based authentication for protected routes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(Student/Instructor/Admin)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for forms and IDs</a:t>
            </a: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Techniques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Cloudinary for optimized media delivery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payloads by excluding video URLs in public course details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MongoDB queries with population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improve</a:t>
            </a: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performance, reliability, and user safety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30136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8809F6-176D-E2F9-857E-8B631D34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2E451A7-6DA9-146E-8540-CEC8C824EC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84" y="258417"/>
            <a:ext cx="11017890" cy="591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7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768</Words>
  <Application>Microsoft Office PowerPoint</Application>
  <PresentationFormat>Widescreen</PresentationFormat>
  <Paragraphs>149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Calisto MT</vt:lpstr>
      <vt:lpstr>Times New Roman</vt:lpstr>
      <vt:lpstr>Wingdings</vt:lpstr>
      <vt:lpstr>Office Theme</vt:lpstr>
      <vt:lpstr>LEARN &amp; IMPROVE Online Learning Platform Department of Computer Science and Engineering</vt:lpstr>
      <vt:lpstr>Content of Table</vt:lpstr>
      <vt:lpstr>Implementation &amp; Development </vt:lpstr>
      <vt:lpstr>System Methodology</vt:lpstr>
      <vt:lpstr>PowerPoint Presentation</vt:lpstr>
      <vt:lpstr>Technologies Used</vt:lpstr>
      <vt:lpstr>PowerPoint Presentation</vt:lpstr>
      <vt:lpstr>PowerPoint Presentation</vt:lpstr>
      <vt:lpstr>Implementation Details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Somay Khatri</dc:creator>
  <cp:lastModifiedBy>Mohit Sharma</cp:lastModifiedBy>
  <cp:revision>7</cp:revision>
  <dcterms:created xsi:type="dcterms:W3CDTF">2026-01-30T06:23:49Z</dcterms:created>
  <dcterms:modified xsi:type="dcterms:W3CDTF">2026-03-13T13:39:13Z</dcterms:modified>
</cp:coreProperties>
</file>